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CD9C1-4206-4C5E-91DB-46F6DEE24C4C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50330-011E-4EFA-9F12-4F53A9624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91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51EC89-89B6-4F79-AB31-0C7A8B31D9F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2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4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0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4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60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43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0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552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3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9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A2EC0-EA26-475C-B1F6-35D56707E0B2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B0286-65AC-46B8-BEB4-1989B8AC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7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</p:spPr>
      </p:pic>
      <p:sp>
        <p:nvSpPr>
          <p:cNvPr id="8" name="Rectangle 7"/>
          <p:cNvSpPr/>
          <p:nvPr/>
        </p:nvSpPr>
        <p:spPr>
          <a:xfrm>
            <a:off x="6845030" y="5949980"/>
            <a:ext cx="53469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800" dirty="0" smtClean="0">
                <a:latin typeface="Mistral" panose="03090702030407020403" pitchFamily="66" charset="0"/>
              </a:rPr>
              <a:t>„Целувката“ </a:t>
            </a:r>
            <a:r>
              <a:rPr lang="en-US" sz="4800" dirty="0" smtClean="0">
                <a:latin typeface="Mistral" panose="03090702030407020403" pitchFamily="66" charset="0"/>
              </a:rPr>
              <a:t>vs.</a:t>
            </a:r>
            <a:r>
              <a:rPr lang="bg-BG" sz="4800" dirty="0" smtClean="0">
                <a:latin typeface="Mistral" panose="03090702030407020403" pitchFamily="66" charset="0"/>
              </a:rPr>
              <a:t> </a:t>
            </a:r>
            <a:r>
              <a:rPr lang="en-US" sz="4800" dirty="0" err="1" smtClean="0">
                <a:latin typeface="Mistral" panose="03090702030407020403" pitchFamily="66" charset="0"/>
              </a:rPr>
              <a:t>Corine</a:t>
            </a:r>
            <a:endParaRPr lang="en-US" sz="4800" dirty="0">
              <a:latin typeface="Mistral" panose="030907020304070204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0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43" y="-16757"/>
            <a:ext cx="4845918" cy="68921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20832" y="5582689"/>
            <a:ext cx="36844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121 Промишлени или търговски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площи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0832" y="6349770"/>
            <a:ext cx="3196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141 Градски зелени площи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067" y="0"/>
            <a:ext cx="4858933" cy="68585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69288" y="4913762"/>
            <a:ext cx="4315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112 Прекъсната урбанизирана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зона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467064" y="6229020"/>
            <a:ext cx="37174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122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Пътни и железопътни мрежи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и свързани площи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28013" y="79634"/>
            <a:ext cx="20809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123 Пристанища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384288" y="2111360"/>
            <a:ext cx="1457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124 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Летища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72003" y="699649"/>
            <a:ext cx="2616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131 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Обекти за добив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22769" y="2859124"/>
            <a:ext cx="12576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132 Депа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69288" y="4230797"/>
            <a:ext cx="21098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133 Строителство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384288" y="1362439"/>
            <a:ext cx="37208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211 Ненапоявана обработваема </a:t>
            </a:r>
          </a:p>
          <a:p>
            <a:r>
              <a:rPr lang="bg-BG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земя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67405" y="4285397"/>
            <a:ext cx="36299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212 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Постоянно напоявана земя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67405" y="2227743"/>
            <a:ext cx="1142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221 Лозя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67405" y="2842116"/>
            <a:ext cx="43438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242 Комплексно култивирани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участъци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920832" y="3429000"/>
            <a:ext cx="468898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243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Земеделски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земи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със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значителни</a:t>
            </a:r>
            <a:endParaRPr lang="bg-BG" sz="17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участъци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естествена</a:t>
            </a:r>
            <a:r>
              <a:rPr lang="en-US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растителност</a:t>
            </a:r>
            <a:r>
              <a:rPr lang="bg-BG" sz="17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0832" y="5024061"/>
            <a:ext cx="2086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523 Море и океан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131633" y="3244334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https://coolors.co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7405" y="1484373"/>
            <a:ext cx="2088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512 Водни обекти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80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7386537" y="0"/>
            <a:ext cx="4805463" cy="6858001"/>
            <a:chOff x="4066160" y="-1"/>
            <a:chExt cx="4805463" cy="685800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" b="6653"/>
            <a:stretch/>
          </p:blipFill>
          <p:spPr>
            <a:xfrm rot="5400000">
              <a:off x="3039891" y="1026268"/>
              <a:ext cx="6858001" cy="480546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65425" y="4914862"/>
              <a:ext cx="1719221" cy="676715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5165425" y="2112236"/>
              <a:ext cx="2606932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222 Овощни и ягодови</a:t>
              </a:r>
              <a:endParaRPr lang="en-US" dirty="0" smtClean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ru-RU" dirty="0" smtClean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smtClean="0"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r>
                <a:rPr lang="ru-RU" dirty="0" smtClean="0">
                  <a:latin typeface="Arial" panose="020B0604020202020204" pitchFamily="34" charset="0"/>
                  <a:cs typeface="Arial" panose="020B0604020202020204" pitchFamily="34" charset="0"/>
                </a:rPr>
                <a:t>насаждения</a:t>
              </a:r>
              <a:endParaRPr lang="ru-RU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65425" y="3575463"/>
              <a:ext cx="168288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bg-BG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231 Пасища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94"/>
            <a:ext cx="4805463" cy="685859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81151" y="801575"/>
            <a:ext cx="2708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311 Широколистна гора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81151" y="4260335"/>
            <a:ext cx="3256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322 Мочурища и храсталаци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81151" y="5675930"/>
            <a:ext cx="1805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332 Голи скали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52897" y="4968132"/>
            <a:ext cx="3752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333 Площи с рядка растителност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31633" y="3244037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https://coolors.co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3990" y="4254286"/>
            <a:ext cx="239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411 Вътрешни блата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485802" y="871453"/>
            <a:ext cx="2202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511 Водни течения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28410" y="5591578"/>
            <a:ext cx="21172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421 Солени блата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485802" y="2844118"/>
            <a:ext cx="31195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142 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Места за спорт и отдих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047959" y="2069289"/>
            <a:ext cx="48567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111 Непрекъсната урбанизирана 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зона</a:t>
            </a:r>
          </a:p>
        </p:txBody>
      </p:sp>
    </p:spTree>
    <p:extLst>
      <p:ext uri="{BB962C8B-B14F-4D97-AF65-F5344CB8AC3E}">
        <p14:creationId xmlns:p14="http://schemas.microsoft.com/office/powerpoint/2010/main" val="25068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" r="-1" b="6925"/>
          <a:stretch/>
        </p:blipFill>
        <p:spPr>
          <a:xfrm rot="5400000">
            <a:off x="6365981" y="1031981"/>
            <a:ext cx="6858000" cy="47940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91721" y="4266675"/>
            <a:ext cx="2409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312 Иглолистна гора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491721" y="4970206"/>
            <a:ext cx="22087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313 Смесена гора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91721" y="5673737"/>
            <a:ext cx="34368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321 Естествени тревни площи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91721" y="1464172"/>
            <a:ext cx="3184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331 Плажове, дюни, пясъци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61885" y="111878"/>
            <a:ext cx="3696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323 Склерофилна растителност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491721" y="815409"/>
            <a:ext cx="30447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dirty="0" smtClean="0"/>
              <a:t>324 </a:t>
            </a:r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Преходна гора-храст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5" b="6900"/>
          <a:stretch/>
        </p:blipFill>
        <p:spPr>
          <a:xfrm rot="5400000">
            <a:off x="-1015019" y="1015019"/>
            <a:ext cx="6858002" cy="482796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15064" y="2174292"/>
            <a:ext cx="2397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334 Изгорели площи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 r="40762" b="6875"/>
          <a:stretch/>
        </p:blipFill>
        <p:spPr>
          <a:xfrm rot="5400000">
            <a:off x="312806" y="2342843"/>
            <a:ext cx="4202349" cy="482796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215064" y="4970206"/>
            <a:ext cx="2732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521 Крайбрежни лагуни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31633" y="3244334"/>
            <a:ext cx="19287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https://coolors.co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91721" y="2216660"/>
            <a:ext cx="1647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412 Торфища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491721" y="3563144"/>
            <a:ext cx="1574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dirty="0" smtClean="0">
                <a:latin typeface="Arial" panose="020B0604020202020204" pitchFamily="34" charset="0"/>
                <a:cs typeface="Arial" panose="020B0604020202020204" pitchFamily="34" charset="0"/>
              </a:rPr>
              <a:t>422 Солници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42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" t="16372" r="802" b="17637"/>
          <a:stretch/>
        </p:blipFill>
        <p:spPr>
          <a:xfrm>
            <a:off x="0" y="605526"/>
            <a:ext cx="12176567" cy="578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69" r="4452"/>
          <a:stretch/>
        </p:blipFill>
        <p:spPr>
          <a:xfrm>
            <a:off x="0" y="0"/>
            <a:ext cx="10573956" cy="685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548395" y="6065134"/>
            <a:ext cx="16358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5400" dirty="0">
                <a:latin typeface="Mistral" panose="03090702030407020403" pitchFamily="66" charset="0"/>
              </a:rPr>
              <a:t>София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666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</Words>
  <Application>Microsoft Office PowerPoint</Application>
  <PresentationFormat>Widescreen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Mistral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Златка Генчова</dc:creator>
  <cp:lastModifiedBy>Златка Генчова</cp:lastModifiedBy>
  <cp:revision>3</cp:revision>
  <dcterms:created xsi:type="dcterms:W3CDTF">2025-11-24T00:38:03Z</dcterms:created>
  <dcterms:modified xsi:type="dcterms:W3CDTF">2025-11-24T01:21:35Z</dcterms:modified>
</cp:coreProperties>
</file>